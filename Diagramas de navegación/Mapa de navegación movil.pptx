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114E5-42E6-69B2-4952-7C5E0FD8A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30FB1-CBDD-C0DC-9B2D-21125396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BCE8D-98D3-109D-6B79-00F9926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9941B-B275-D73D-DD91-DC5CF218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3ACFC-37B9-B65F-EF2B-9A5514A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6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C4BE6-0900-6419-A0D2-37D4A37D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0E734-3A81-F199-661C-8DAA19F1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D0DFF-E7FA-39E6-6772-6797EEFC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0276B-FA99-1151-F87E-5F62B992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B9A2B-2A2D-6FA7-5CDE-1F693DAD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26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90C29-A71E-D4CA-BDEB-CDA9D87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6E671-0FAC-2277-13FF-F7EE4C3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7AB93E-5078-6DC5-5BEC-2B23E900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50337-B236-8402-C421-AD141A2F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61B26-F63F-49CA-7C6C-65BEEE93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70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06238-6D3F-8FD0-9E66-14258D05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90F3F-3BB4-EFC3-5FD4-2B64B3791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113A4A-9D9C-5D72-F3BA-55D7B9842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14282D-5265-D6F0-0721-2D35940B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ED0EF-4123-2D08-EDFC-A01B2B8C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2CCFAD-C080-8000-7BD4-82EAEA10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5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34541-7ABE-B323-338C-DAFD5806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D99BC-2B60-69D1-8D15-728B356C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8E65A9-285E-D054-2A89-1D5857A1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D0042-83E7-6214-DAB0-E6937A244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CCBD60-0F10-FA0B-4489-F226E0703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7E538C-7733-5FC6-CE71-A7ED0155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C8CCC-5D53-CBE7-6830-E0A0AC15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F49BCF-EF42-679C-B0AA-A5E3E33D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0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14EF4-9AF5-2C6B-6961-B7E8C2D6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47B88A-B65E-1431-CED2-C82C32E0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854C8-8039-E76A-A34A-C8F75B3A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7CBF31-26A8-67FA-2717-CF8271C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66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C3CF14-DE43-2C62-4162-68E67BE7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D92CAB-80C5-BF42-08EC-1F8369E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6A1832-A016-48CA-B8BE-2B0DBE6D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44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B3BF-52A4-B5C9-B730-0346221B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2EAF62-89E5-84B3-B461-7C25B886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958B78-BDCD-BC0F-CBEE-687254450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748666-336E-216B-CFE1-65C6D295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2CE631-1376-473B-8F81-71AD8E0E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8A120-8CE0-B07C-E45A-CD7A773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48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883E-7943-3F8F-7158-8D9D49DF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DA9613-3CC0-975D-E267-373DDB39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7DC2C-4E50-079D-1217-A743ACD0D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F9602C-8858-DC97-6D77-BB139F06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672F7-FA44-F97D-8FCF-69B9F130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5F018-40DE-4D91-C401-C2F0599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13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0D8-7650-D06C-659B-435FC56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D38AEE-696F-797C-EB41-436CBF1C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33EA8-7597-3B60-A50F-2170FE17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F4AA2-57A9-0FD9-E373-C7B8D49B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9C4A0-FD0D-C15F-7A80-DE022A34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3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868A4-6FC6-B071-413B-ADDD04F9B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728E7E-2054-D327-46A2-35BEEB6D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9214C-85E1-3B44-EA87-7B248385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BB29F-25C6-8405-7BF2-51A32CB3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F796E-7DBD-9AF3-3716-B752F7D1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B28838-EE16-0F7B-CB1E-416F49C3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F08DCA-497B-28BB-18D4-F2B687A93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F428E-41C1-DBE0-3517-D8E7B086B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2E166-6E34-713D-FF85-4975FB69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FF503-183A-9270-9117-E6D2AA92F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6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4AACA20-73AD-17B0-4BD2-AA69AF4ED629}"/>
              </a:ext>
            </a:extLst>
          </p:cNvPr>
          <p:cNvSpPr/>
          <p:nvPr/>
        </p:nvSpPr>
        <p:spPr>
          <a:xfrm>
            <a:off x="5097809" y="1275256"/>
            <a:ext cx="1996382" cy="328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Menú desplegable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994591-036E-8325-4BC3-7D82DB13A275}"/>
              </a:ext>
            </a:extLst>
          </p:cNvPr>
          <p:cNvSpPr/>
          <p:nvPr/>
        </p:nvSpPr>
        <p:spPr>
          <a:xfrm>
            <a:off x="2642846" y="1992922"/>
            <a:ext cx="1655881" cy="213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 Consumo</a:t>
            </a:r>
            <a:endParaRPr lang="es-CO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4D6FF9-9D9D-F7D9-1FAB-6BFBC6E97C58}"/>
              </a:ext>
            </a:extLst>
          </p:cNvPr>
          <p:cNvSpPr/>
          <p:nvPr/>
        </p:nvSpPr>
        <p:spPr>
          <a:xfrm>
            <a:off x="773002" y="1992923"/>
            <a:ext cx="1488824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Iniciar Sesión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C922FF0-90BF-7DA5-7888-79FAD1C1E772}"/>
              </a:ext>
            </a:extLst>
          </p:cNvPr>
          <p:cNvSpPr/>
          <p:nvPr/>
        </p:nvSpPr>
        <p:spPr>
          <a:xfrm>
            <a:off x="4679747" y="1992922"/>
            <a:ext cx="1249965" cy="213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Alertas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B68512-F7C0-9A6C-0129-0DD97228D538}"/>
              </a:ext>
            </a:extLst>
          </p:cNvPr>
          <p:cNvSpPr/>
          <p:nvPr/>
        </p:nvSpPr>
        <p:spPr>
          <a:xfrm>
            <a:off x="6310732" y="1992921"/>
            <a:ext cx="1488824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Recomendaciones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ADC930-6276-0E10-0EF3-7E22DDB3C6F6}"/>
              </a:ext>
            </a:extLst>
          </p:cNvPr>
          <p:cNvSpPr/>
          <p:nvPr/>
        </p:nvSpPr>
        <p:spPr>
          <a:xfrm>
            <a:off x="8180576" y="1992921"/>
            <a:ext cx="1036743" cy="21394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B15DBAA-E44F-239F-DC4A-1484D2183DCC}"/>
              </a:ext>
            </a:extLst>
          </p:cNvPr>
          <p:cNvSpPr/>
          <p:nvPr/>
        </p:nvSpPr>
        <p:spPr>
          <a:xfrm>
            <a:off x="9549154" y="1992921"/>
            <a:ext cx="1655881" cy="21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Gestión del sistema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27C3096-C4D1-EDAA-3C2C-CFAC5F4672EE}"/>
              </a:ext>
            </a:extLst>
          </p:cNvPr>
          <p:cNvSpPr/>
          <p:nvPr/>
        </p:nvSpPr>
        <p:spPr>
          <a:xfrm>
            <a:off x="424414" y="4854818"/>
            <a:ext cx="1116823" cy="366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Registrarse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AAB0CED-8463-BD98-0102-9ADE175C3C12}"/>
              </a:ext>
            </a:extLst>
          </p:cNvPr>
          <p:cNvSpPr/>
          <p:nvPr/>
        </p:nvSpPr>
        <p:spPr>
          <a:xfrm>
            <a:off x="1828264" y="4854820"/>
            <a:ext cx="1856470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Registrarse con redes sociales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81D3C53-0727-B38D-E95C-36EC38A419C1}"/>
              </a:ext>
            </a:extLst>
          </p:cNvPr>
          <p:cNvSpPr/>
          <p:nvPr/>
        </p:nvSpPr>
        <p:spPr>
          <a:xfrm>
            <a:off x="3981121" y="4865077"/>
            <a:ext cx="1711185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Recuperar contraseña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FF539C90-7F14-F707-7B20-309E08649AB6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 rot="5400000">
            <a:off x="-73854" y="3263549"/>
            <a:ext cx="2647949" cy="534588"/>
          </a:xfrm>
          <a:prstGeom prst="bentConnector3">
            <a:avLst>
              <a:gd name="adj1" fmla="val 7612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2EDD759E-333F-30BC-DE28-2F968F3DCEB0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 rot="16200000" flipH="1">
            <a:off x="812981" y="2911301"/>
            <a:ext cx="2647951" cy="1239085"/>
          </a:xfrm>
          <a:prstGeom prst="bentConnector3">
            <a:avLst>
              <a:gd name="adj1" fmla="val 7612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550F2400-BC90-8970-734A-C21E4D541628}"/>
              </a:ext>
            </a:extLst>
          </p:cNvPr>
          <p:cNvCxnSpPr>
            <a:cxnSpLocks/>
            <a:stCxn id="20" idx="2"/>
            <a:endCxn id="31" idx="0"/>
          </p:cNvCxnSpPr>
          <p:nvPr/>
        </p:nvCxnSpPr>
        <p:spPr>
          <a:xfrm rot="16200000" flipH="1">
            <a:off x="1847960" y="1876323"/>
            <a:ext cx="2658208" cy="3319300"/>
          </a:xfrm>
          <a:prstGeom prst="bentConnector3">
            <a:avLst>
              <a:gd name="adj1" fmla="val 75579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0F7437E-C9C3-AE7D-9FF1-F939EC3B2599}"/>
              </a:ext>
            </a:extLst>
          </p:cNvPr>
          <p:cNvSpPr/>
          <p:nvPr/>
        </p:nvSpPr>
        <p:spPr>
          <a:xfrm>
            <a:off x="8081337" y="2680559"/>
            <a:ext cx="1233855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Proyecto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3557981-5800-D012-8352-0A5B919B9C2E}"/>
              </a:ext>
            </a:extLst>
          </p:cNvPr>
          <p:cNvSpPr/>
          <p:nvPr/>
        </p:nvSpPr>
        <p:spPr>
          <a:xfrm>
            <a:off x="8008247" y="3429000"/>
            <a:ext cx="1380033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Asociar usuarios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5F6D52FE-9C64-AE4D-37B4-0F02BFB77F7D}"/>
              </a:ext>
            </a:extLst>
          </p:cNvPr>
          <p:cNvSpPr/>
          <p:nvPr/>
        </p:nvSpPr>
        <p:spPr>
          <a:xfrm>
            <a:off x="7870322" y="4144854"/>
            <a:ext cx="1655881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Vincular dispositivos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2CC460E6-EE9B-371A-AD17-373389B61CDF}"/>
              </a:ext>
            </a:extLst>
          </p:cNvPr>
          <p:cNvCxnSpPr>
            <a:cxnSpLocks/>
            <a:stCxn id="15" idx="2"/>
            <a:endCxn id="70" idx="0"/>
          </p:cNvCxnSpPr>
          <p:nvPr/>
        </p:nvCxnSpPr>
        <p:spPr>
          <a:xfrm rot="5400000">
            <a:off x="8461761" y="2443372"/>
            <a:ext cx="473692" cy="68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EFB2C2B1-BC3E-550D-9F5B-8FBF9B699A37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8698264" y="3046905"/>
            <a:ext cx="1" cy="3820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C34EAA2E-817E-B484-C1D4-8D1438D4CEFC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flipH="1">
            <a:off x="8698263" y="3795346"/>
            <a:ext cx="1" cy="3495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49E96B3B-8044-F95C-AB6A-59D086AF8392}"/>
              </a:ext>
            </a:extLst>
          </p:cNvPr>
          <p:cNvSpPr/>
          <p:nvPr/>
        </p:nvSpPr>
        <p:spPr>
          <a:xfrm>
            <a:off x="2631504" y="2485392"/>
            <a:ext cx="1678563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Seleccionar proyecto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B7C2AB45-726E-7637-1632-1A74B8E7E76C}"/>
              </a:ext>
            </a:extLst>
          </p:cNvPr>
          <p:cNvSpPr/>
          <p:nvPr/>
        </p:nvSpPr>
        <p:spPr>
          <a:xfrm>
            <a:off x="2432387" y="3102642"/>
            <a:ext cx="2076798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Seleccionar Dispositivo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30746ABD-222A-ED00-7A05-14555FB6F3D4}"/>
              </a:ext>
            </a:extLst>
          </p:cNvPr>
          <p:cNvSpPr/>
          <p:nvPr/>
        </p:nvSpPr>
        <p:spPr>
          <a:xfrm>
            <a:off x="2610414" y="3719892"/>
            <a:ext cx="1711185" cy="3663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Visualizar consumo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FFC1BFCD-D3E5-2832-A9D9-A5F4B39418C3}"/>
              </a:ext>
            </a:extLst>
          </p:cNvPr>
          <p:cNvSpPr/>
          <p:nvPr/>
        </p:nvSpPr>
        <p:spPr>
          <a:xfrm>
            <a:off x="5566319" y="5509846"/>
            <a:ext cx="1488825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umbrales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B3A6E5BD-271F-F4DC-7288-949E12F52D7B}"/>
              </a:ext>
            </a:extLst>
          </p:cNvPr>
          <p:cNvSpPr/>
          <p:nvPr/>
        </p:nvSpPr>
        <p:spPr>
          <a:xfrm>
            <a:off x="7255647" y="5509846"/>
            <a:ext cx="1488824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idioma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6F607ADD-2345-19F0-5E0F-D5BD0FFB35B7}"/>
              </a:ext>
            </a:extLst>
          </p:cNvPr>
          <p:cNvSpPr/>
          <p:nvPr/>
        </p:nvSpPr>
        <p:spPr>
          <a:xfrm>
            <a:off x="8944974" y="5509846"/>
            <a:ext cx="1432120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alertas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DC73996-6CD1-B79E-8437-0EFC47D6206C}"/>
              </a:ext>
            </a:extLst>
          </p:cNvPr>
          <p:cNvSpPr/>
          <p:nvPr/>
        </p:nvSpPr>
        <p:spPr>
          <a:xfrm>
            <a:off x="10583496" y="5505450"/>
            <a:ext cx="1139582" cy="36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Configuración de colores</a:t>
            </a:r>
            <a:endParaRPr lang="es-CO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AB24FD42-3FC9-010F-A82C-EDBF597A8F35}"/>
              </a:ext>
            </a:extLst>
          </p:cNvPr>
          <p:cNvCxnSpPr>
            <a:cxnSpLocks/>
            <a:stCxn id="6" idx="2"/>
            <a:endCxn id="84" idx="0"/>
          </p:cNvCxnSpPr>
          <p:nvPr/>
        </p:nvCxnSpPr>
        <p:spPr>
          <a:xfrm flipH="1">
            <a:off x="3470786" y="2206867"/>
            <a:ext cx="1" cy="2785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9FF7A20-65C6-6663-EA5B-61D2BD6B06AE}"/>
              </a:ext>
            </a:extLst>
          </p:cNvPr>
          <p:cNvCxnSpPr>
            <a:stCxn id="84" idx="2"/>
            <a:endCxn id="96" idx="0"/>
          </p:cNvCxnSpPr>
          <p:nvPr/>
        </p:nvCxnSpPr>
        <p:spPr>
          <a:xfrm>
            <a:off x="3470786" y="2851738"/>
            <a:ext cx="0" cy="2509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BE7D8650-D9DF-601D-659C-F57C8762158C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flipH="1">
            <a:off x="3466007" y="3468988"/>
            <a:ext cx="4779" cy="2509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1D58E0AE-A5DF-C126-3F08-F5D716FC5B70}"/>
              </a:ext>
            </a:extLst>
          </p:cNvPr>
          <p:cNvSpPr/>
          <p:nvPr/>
        </p:nvSpPr>
        <p:spPr>
          <a:xfrm>
            <a:off x="704559" y="5590654"/>
            <a:ext cx="4394979" cy="52628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pantallas de rojo son únicamente accesibles por el usuario responsable.</a:t>
            </a:r>
            <a:endParaRPr lang="es-CO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" name="Conector: angular 117">
            <a:extLst>
              <a:ext uri="{FF2B5EF4-FFF2-40B4-BE49-F238E27FC236}">
                <a16:creationId xmlns:a16="http://schemas.microsoft.com/office/drawing/2014/main" id="{42631476-B5A6-E9B6-6B39-6A3C2EF8576D}"/>
              </a:ext>
            </a:extLst>
          </p:cNvPr>
          <p:cNvCxnSpPr>
            <a:cxnSpLocks/>
            <a:stCxn id="17" idx="2"/>
            <a:endCxn id="98" idx="0"/>
          </p:cNvCxnSpPr>
          <p:nvPr/>
        </p:nvCxnSpPr>
        <p:spPr>
          <a:xfrm rot="5400000">
            <a:off x="6692425" y="1825175"/>
            <a:ext cx="3302979" cy="4066363"/>
          </a:xfrm>
          <a:prstGeom prst="bentConnector3">
            <a:avLst>
              <a:gd name="adj1" fmla="val 8300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: angular 121">
            <a:extLst>
              <a:ext uri="{FF2B5EF4-FFF2-40B4-BE49-F238E27FC236}">
                <a16:creationId xmlns:a16="http://schemas.microsoft.com/office/drawing/2014/main" id="{682506C9-B32C-C401-C644-E1A906DAE421}"/>
              </a:ext>
            </a:extLst>
          </p:cNvPr>
          <p:cNvCxnSpPr>
            <a:cxnSpLocks/>
            <a:stCxn id="17" idx="2"/>
            <a:endCxn id="99" idx="0"/>
          </p:cNvCxnSpPr>
          <p:nvPr/>
        </p:nvCxnSpPr>
        <p:spPr>
          <a:xfrm rot="5400000">
            <a:off x="7537088" y="2669838"/>
            <a:ext cx="3302979" cy="2377036"/>
          </a:xfrm>
          <a:prstGeom prst="bentConnector3">
            <a:avLst>
              <a:gd name="adj1" fmla="val 8336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B9E66EF7-B5D7-EF24-9954-DD0D6790048B}"/>
              </a:ext>
            </a:extLst>
          </p:cNvPr>
          <p:cNvCxnSpPr>
            <a:cxnSpLocks/>
            <a:stCxn id="17" idx="2"/>
            <a:endCxn id="100" idx="0"/>
          </p:cNvCxnSpPr>
          <p:nvPr/>
        </p:nvCxnSpPr>
        <p:spPr>
          <a:xfrm rot="5400000">
            <a:off x="8367576" y="3500326"/>
            <a:ext cx="3302979" cy="716061"/>
          </a:xfrm>
          <a:prstGeom prst="bentConnector3">
            <a:avLst>
              <a:gd name="adj1" fmla="val 8336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: angular 130">
            <a:extLst>
              <a:ext uri="{FF2B5EF4-FFF2-40B4-BE49-F238E27FC236}">
                <a16:creationId xmlns:a16="http://schemas.microsoft.com/office/drawing/2014/main" id="{01E0B02B-A39E-D3A2-BE06-76A659E12EBA}"/>
              </a:ext>
            </a:extLst>
          </p:cNvPr>
          <p:cNvCxnSpPr>
            <a:cxnSpLocks/>
            <a:stCxn id="17" idx="2"/>
            <a:endCxn id="101" idx="0"/>
          </p:cNvCxnSpPr>
          <p:nvPr/>
        </p:nvCxnSpPr>
        <p:spPr>
          <a:xfrm rot="16200000" flipH="1">
            <a:off x="9115900" y="3468062"/>
            <a:ext cx="3298583" cy="776192"/>
          </a:xfrm>
          <a:prstGeom prst="bentConnector3">
            <a:avLst>
              <a:gd name="adj1" fmla="val 8340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4B17611-490A-1F4B-F2A4-717609A5C68A}"/>
              </a:ext>
            </a:extLst>
          </p:cNvPr>
          <p:cNvSpPr/>
          <p:nvPr/>
        </p:nvSpPr>
        <p:spPr>
          <a:xfrm>
            <a:off x="5097809" y="668587"/>
            <a:ext cx="1996382" cy="328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ECD7567A-9780-6D33-535F-4AA8B7A4862A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rot="5400000">
            <a:off x="3611997" y="-491081"/>
            <a:ext cx="389421" cy="457858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00C6FA82-F297-AE15-B344-38D26D64873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588684" y="485606"/>
            <a:ext cx="389420" cy="262521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5D4AA0D3-B6A5-39F1-6883-8A19B928F74D}"/>
              </a:ext>
            </a:extLst>
          </p:cNvPr>
          <p:cNvCxnSpPr>
            <a:stCxn id="4" idx="2"/>
            <a:endCxn id="29" idx="0"/>
          </p:cNvCxnSpPr>
          <p:nvPr/>
        </p:nvCxnSpPr>
        <p:spPr>
          <a:xfrm rot="5400000">
            <a:off x="5505655" y="1402577"/>
            <a:ext cx="389420" cy="79127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8DC0B735-3B88-F170-9C1C-8EDC5222E4F7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16200000" flipH="1">
            <a:off x="6380863" y="1318639"/>
            <a:ext cx="389419" cy="95914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DE2E9D97-CB71-2B7F-65CD-B4F6C700CBA4}"/>
              </a:ext>
            </a:extLst>
          </p:cNvPr>
          <p:cNvCxnSpPr>
            <a:stCxn id="4" idx="2"/>
            <a:endCxn id="15" idx="0"/>
          </p:cNvCxnSpPr>
          <p:nvPr/>
        </p:nvCxnSpPr>
        <p:spPr>
          <a:xfrm rot="16200000" flipH="1">
            <a:off x="7202765" y="496737"/>
            <a:ext cx="389419" cy="260294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FEFFFE87-3CC8-8B68-E96C-B6538F24FCB5}"/>
              </a:ext>
            </a:extLst>
          </p:cNvPr>
          <p:cNvCxnSpPr>
            <a:stCxn id="4" idx="2"/>
            <a:endCxn id="17" idx="0"/>
          </p:cNvCxnSpPr>
          <p:nvPr/>
        </p:nvCxnSpPr>
        <p:spPr>
          <a:xfrm rot="16200000" flipH="1">
            <a:off x="8041838" y="-342337"/>
            <a:ext cx="389419" cy="428109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7B2617B4-AC9F-03B6-E240-CC1BC866DC2E}"/>
              </a:ext>
            </a:extLst>
          </p:cNvPr>
          <p:cNvCxnSpPr>
            <a:stCxn id="36" idx="2"/>
            <a:endCxn id="4" idx="0"/>
          </p:cNvCxnSpPr>
          <p:nvPr/>
        </p:nvCxnSpPr>
        <p:spPr>
          <a:xfrm>
            <a:off x="6096000" y="996833"/>
            <a:ext cx="0" cy="2784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151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Tuabuela 77</dc:creator>
  <cp:lastModifiedBy>Tuabuela 77</cp:lastModifiedBy>
  <cp:revision>3</cp:revision>
  <dcterms:created xsi:type="dcterms:W3CDTF">2025-12-14T05:13:06Z</dcterms:created>
  <dcterms:modified xsi:type="dcterms:W3CDTF">2025-12-14T17:41:06Z</dcterms:modified>
</cp:coreProperties>
</file>